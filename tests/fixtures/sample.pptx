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Proteus Sample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Fixture for pptx-based conversion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item</a:t>
            </a:r>
          </a:p>
          <a:p>
            <a:r>
              <a:t>Second item</a:t>
            </a:r>
          </a:p>
          <a:p>
            <a:r>
              <a:t>Third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Kind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pptx-&gt;pdf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LibreOffice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subprocess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